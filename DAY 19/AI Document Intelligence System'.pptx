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FINAL AI PROJECT PROPOSAL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AI Document Intelligence System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Automating document analysis, instant summarization, and cognitive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Arial"/>
              </a:defRPr>
            </a:pPr>
            <a:r>
              <a:t>The Core Challenge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 rIns="320040"/>
          <a:lstStyle/>
          <a:p>
            <a:pPr algn="ctr">
              <a:defRPr sz="2200" b="1">
                <a:solidFill>
                  <a:srgbClr val="991B1B"/>
                </a:solidFill>
              </a:defRPr>
            </a:pPr>
            <a:r>
              <a:t>Problem Statement</a:t>
            </a:r>
          </a:p>
          <a:p>
            <a:pPr>
              <a:spcBef>
                <a:spcPts val="2000"/>
              </a:spcBef>
              <a:defRPr sz="1400">
                <a:solidFill>
                  <a:srgbClr val="7F1D1D"/>
                </a:solidFill>
              </a:defRPr>
            </a:pPr>
            <a:r>
              <a:t>Companies aur operational teams ko daily hazaaro PDFs aur business documents manually read aur analyze karne padte hain.</a:t>
            </a:r>
            <a:br/>
            <a:br/>
            <a:r>
              <a:t>Yeh process extreme time-consuming hai, resource intensive hai, aur human verification errors ka risk badhata hai.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0FDFA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 rIns="32004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AI-Driven Solution</a:t>
            </a:r>
          </a:p>
          <a:p>
            <a:pPr>
              <a:spcBef>
                <a:spcPts val="2000"/>
              </a:spcBef>
              <a:defRPr sz="1400">
                <a:solidFill>
                  <a:srgbClr val="134E4A"/>
                </a:solidFill>
              </a:defRPr>
            </a:pPr>
            <a:r>
              <a:t>Ek modern AI intelligence pipeline jo documents upload hote hi automatically background algorithms run karta hai.</a:t>
            </a:r>
            <a:br/>
            <a:br/>
            <a:r>
              <a:t>Yeh system instantly text extract karke precise Bullet Summary deta hai, intelligent Q&amp;A enable karta hai, aur automatic document Classification perform karta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2D"/>
                </a:solidFill>
              </a:defRPr>
            </a:pPr>
            <a:r>
              <a:t>Target Audience &amp;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28600"/>
          <a:lstStyle/>
          <a:p>
            <a:pPr algn="ctr">
              <a:defRPr sz="2000" b="1">
                <a:solidFill>
                  <a:srgbClr val="1A4870"/>
                </a:solidFill>
              </a:defRPr>
            </a:pPr>
            <a:r>
              <a:t>Students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Research papers, dense textbooks, aur reference materials se quick insights aur instant query mapping nikalne ke liye.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9728" cy="3840480"/>
          </a:xfrm>
          <a:prstGeom prst="rect">
            <a:avLst/>
          </a:prstGeom>
          <a:solidFill>
            <a:srgbClr val="1A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2860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Offices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Daily dynamic administrative paperwork, invoices, logs aur legal document compliance securely maintain karne ke liye.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011680"/>
            <a:ext cx="109728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28600"/>
          <a:lstStyle/>
          <a:p>
            <a:pPr algn="ctr">
              <a:defRPr sz="2000" b="1">
                <a:solidFill>
                  <a:srgbClr val="141E2D"/>
                </a:solidFill>
              </a:defRPr>
            </a:pPr>
            <a:r>
              <a:t>Businesses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Corporate agreements, bulk data files, market analytical reports aur dynamic contracts ko fast-track processing dene ke liye.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011680"/>
            <a:ext cx="109728" cy="3840480"/>
          </a:xfrm>
          <a:prstGeom prst="rect">
            <a:avLst/>
          </a:prstGeom>
          <a:solidFill>
            <a:srgbClr val="14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2D"/>
                </a:solidFill>
              </a:defRPr>
            </a:pPr>
            <a:r>
              <a:t>Expected Strategic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90195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870"/>
                </a:solidFill>
              </a:defRPr>
            </a:pPr>
            <a:r>
              <a:t>Time Saving — </a:t>
            </a:r>
            <a:r>
              <a:rPr b="0">
                <a:solidFill>
                  <a:srgbClr val="141E2D"/>
                </a:solidFill>
              </a:rPr>
              <a:t>Manual operational reading parameters zero ho jate hain, jisse employee efficiency multiply hoti hai.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99923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870"/>
                </a:solidFill>
              </a:defRPr>
            </a:pPr>
            <a:r>
              <a:t>Fast Document Analysis — </a:t>
            </a:r>
            <a:r>
              <a:rPr b="0">
                <a:solidFill>
                  <a:srgbClr val="141E2D"/>
                </a:solidFill>
              </a:rPr>
              <a:t>Complex core reports se single click intelligence data seconds me structured dashboard par fetch hota hai.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09651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870"/>
                </a:solidFill>
              </a:defRPr>
            </a:pPr>
            <a:r>
              <a:t>Higher Accuracy — </a:t>
            </a:r>
            <a:r>
              <a:rPr b="0">
                <a:solidFill>
                  <a:srgbClr val="141E2D"/>
                </a:solidFill>
              </a:rPr>
              <a:t>Human overlook classification patterns aur manual extraction errors completely eliminate hote hain.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19379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870"/>
                </a:solidFill>
              </a:defRPr>
            </a:pPr>
            <a:r>
              <a:t>Natural Language Search — </a:t>
            </a:r>
            <a:r>
              <a:rPr b="0">
                <a:solidFill>
                  <a:srgbClr val="141E2D"/>
                </a:solidFill>
              </a:rPr>
              <a:t>Poori file manual scroll ya page scan kiye bina directly core metrics interactively search kiye ja sakte 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